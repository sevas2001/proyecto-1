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64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029200" cy="64008"/>
          </a:xfrm>
          <a:prstGeom prst="rect">
            <a:avLst/>
          </a:prstGeom>
          <a:solidFill>
            <a:srgbClr val="E8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ModerApp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AACCEE"/>
                </a:solidFill>
              </a:rPr>
              <a:t>Sistema de Moderación de Contenido con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ACC"/>
                </a:solidFill>
              </a:rPr>
              <a:t>Pipeline multi-agente · Azure GPT-4o · LangGraph · Streamlit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34840"/>
            <a:ext cx="8229600" cy="36576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640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7799BB"/>
                </a:solidFill>
              </a:rPr>
              <a:t>NTT Data  ·  202</a:t>
            </a:r>
            <a:r>
              <a:rPr lang="es-ES" sz="1400" b="0" i="0" dirty="0">
                <a:solidFill>
                  <a:srgbClr val="7799BB"/>
                </a:solidFill>
              </a:rPr>
              <a:t>6</a:t>
            </a:r>
            <a:endParaRPr sz="1400" b="0" i="0" dirty="0">
              <a:solidFill>
                <a:srgbClr val="7799B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875520" y="5303520"/>
            <a:ext cx="1828800" cy="100584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0" y="530352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AI
MODERATION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El Problema &amp;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C800"/>
                </a:solidFill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438912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302C"/>
                </a:solidFill>
              </a:rP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441111"/>
                </a:solidFill>
              </a:rPr>
              <a:t>▸  La moderación manual es lenta,
costosa e inconsistente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441111"/>
                </a:solidFill>
              </a:rPr>
              <a:t>▸  Escala imposible ante millones
de publicaciones diarias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441111"/>
                </a:solidFill>
              </a:rPr>
              <a:t>▸  Errores humanos generan riesgos
legales y reputacionales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441111"/>
                </a:solidFill>
              </a:rPr>
              <a:t>▸  Contenido dañino (odio, spam,
acoso) se propaga sin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71600"/>
            <a:ext cx="5760720" cy="438912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508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5BAA"/>
                </a:solidFill>
              </a:rPr>
              <a:t>Nuestra Solución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103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>
                <a:solidFill>
                  <a:srgbClr val="002255"/>
                </a:solidFill>
              </a:rPr>
              <a:t>▸  Pipeline automático con 3 agentes IA
orquestados por LangGraph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002255"/>
                </a:solidFill>
              </a:rPr>
              <a:t>▸  Clasificación multimodal texto + imagen
con Azure GPT-4o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002255"/>
                </a:solidFill>
              </a:rPr>
              <a:t>▸  Decisión basada en política YAML
personalizable</a:t>
            </a:r>
          </a:p>
          <a:p>
            <a:pPr algn="l">
              <a:lnSpc>
                <a:spcPct val="140000"/>
              </a:lnSpc>
            </a:pPr>
            <a:r>
              <a:rPr sz="1500">
                <a:solidFill>
                  <a:srgbClr val="002255"/>
                </a:solidFill>
              </a:rPr>
              <a:t>▸  Escalado a revisión humana cuando
el modelo no tiene confianza suficiente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926080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355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ModerApp  |  NTT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C800"/>
                </a:solidFill>
              </a:rPr>
              <a:t>02</a:t>
            </a:r>
          </a:p>
        </p:txBody>
      </p:sp>
      <p:pic>
        <p:nvPicPr>
          <p:cNvPr id="6" name="Picture 5" descr="dia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498079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188720"/>
            <a:ext cx="3840480" cy="50292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79" y="1325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2B5C"/>
                </a:solidFill>
              </a:rPr>
              <a:t>Flujo de moderación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1874519"/>
            <a:ext cx="365760" cy="50292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87451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7451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2244"/>
                </a:solidFill>
              </a:rPr>
              <a:t>Usuario crea 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2532887"/>
            <a:ext cx="365760" cy="5029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2532887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53288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12244"/>
                </a:solidFill>
              </a:rPr>
              <a:t>Orchestrator
(</a:t>
            </a:r>
            <a:r>
              <a:rPr sz="1200" b="0" i="0" dirty="0" err="1">
                <a:solidFill>
                  <a:srgbClr val="112244"/>
                </a:solidFill>
              </a:rPr>
              <a:t>LangGraph</a:t>
            </a:r>
            <a:r>
              <a:rPr sz="1200" b="0" i="0" dirty="0">
                <a:solidFill>
                  <a:srgbClr val="112244"/>
                </a:solidFill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3191255"/>
            <a:ext cx="365760" cy="50292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3191255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191255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2244"/>
                </a:solidFill>
              </a:rPr>
              <a:t>Agent Classifier
(texto + imagen)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3849623"/>
            <a:ext cx="365760" cy="50292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3849623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849623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2244"/>
                </a:solidFill>
              </a:rPr>
              <a:t>Agent Decider
(política YAML)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4507991"/>
            <a:ext cx="365760" cy="50292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9" y="4507991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507991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2244"/>
                </a:solidFill>
              </a:rPr>
              <a:t>Agent Reviewer
(decisión final)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5166359"/>
            <a:ext cx="365760" cy="502920"/>
          </a:xfrm>
          <a:prstGeom prst="rect">
            <a:avLst/>
          </a:prstGeom>
          <a:solidFill>
            <a:srgbClr val="E8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79" y="5166359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516635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2244"/>
                </a:solidFill>
              </a:rPr>
              <a:t>APROBADO / RECHAZADO
/ REVISIÓN HUMANA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355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ModerApp  |  NTT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</a:rPr>
              <a:t>Demo en Vivo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9144000" cy="64008"/>
          </a:xfrm>
          <a:prstGeom prst="rect">
            <a:avLst/>
          </a:prstGeom>
          <a:solidFill>
            <a:srgbClr val="E8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C800"/>
                </a:solidFill>
              </a:rPr>
              <a:t>¿Qué veremos?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>
                <a:solidFill>
                  <a:srgbClr val="CCDDFF"/>
                </a:solidFill>
              </a:rPr>
              <a:t>→  Crear un post con texto e imagen desde la UI</a:t>
            </a:r>
          </a:p>
          <a:p>
            <a:pPr algn="l">
              <a:lnSpc>
                <a:spcPct val="140000"/>
              </a:lnSpc>
            </a:pPr>
            <a:r>
              <a:rPr sz="1600">
                <a:solidFill>
                  <a:srgbClr val="CCDDFF"/>
                </a:solidFill>
              </a:rPr>
              <a:t>→  Pipeline de moderación: Classifier → Decider → Reviewer</a:t>
            </a:r>
          </a:p>
          <a:p>
            <a:pPr algn="l">
              <a:lnSpc>
                <a:spcPct val="140000"/>
              </a:lnSpc>
            </a:pPr>
            <a:r>
              <a:rPr sz="1600">
                <a:solidFill>
                  <a:srgbClr val="CCDDFF"/>
                </a:solidFill>
              </a:rPr>
              <a:t>→  Resultado en tiempo real: APROBADO / RECHAZADO / REVISIÓN HUMANA</a:t>
            </a:r>
          </a:p>
          <a:p>
            <a:pPr algn="l">
              <a:lnSpc>
                <a:spcPct val="140000"/>
              </a:lnSpc>
            </a:pPr>
            <a:r>
              <a:rPr sz="1600">
                <a:solidFill>
                  <a:srgbClr val="CCDDFF"/>
                </a:solidFill>
              </a:rPr>
              <a:t>→  Log de auditoría con trazabilidad completa por agente</a:t>
            </a:r>
          </a:p>
          <a:p>
            <a:pPr algn="l">
              <a:lnSpc>
                <a:spcPct val="140000"/>
              </a:lnSpc>
            </a:pPr>
            <a:r>
              <a:rPr sz="1600">
                <a:solidFill>
                  <a:srgbClr val="CCDDFF"/>
                </a:solidFill>
              </a:rPr>
              <a:t>→  Caso edge: contenido con baja confianza → escalado humano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2560320"/>
            <a:ext cx="3108960" cy="2011680"/>
          </a:xfrm>
          <a:prstGeom prst="rect">
            <a:avLst/>
          </a:prstGeom>
          <a:solidFill>
            <a:srgbClr val="003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2606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800"/>
                </a:solidFill>
              </a:rPr>
              <a:t>App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http://localhost:8501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5661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CCFF"/>
                </a:solidFill>
              </a:rPr>
              <a:t>Streamlit · Python 3.11
Azure GPT-4o activo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Conclusiones &amp; 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20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FC800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</a:rPr>
              <a:t>Conclusiones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303520" cy="4572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112244"/>
                </a:solidFill>
              </a:rPr>
              <a:t>▸  Pipeline multi-agente funcional y extensible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112244"/>
                </a:solidFill>
              </a:rPr>
              <a:t>▸  Integración real con Azure GPT-4o (texto e imagen)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112244"/>
                </a:solidFill>
              </a:rPr>
              <a:t>▸  Política de moderación configurable sin tocar código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112244"/>
                </a:solidFill>
              </a:rPr>
              <a:t>▸  Auditoría completa con trazabilidad por agente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112244"/>
                </a:solidFill>
              </a:rPr>
              <a:t>▸  Arquitectura lista para producción (FastAPI + Streamlit)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2B5C"/>
                </a:solidFill>
              </a:rPr>
              <a:t>Próximos Pasos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83080"/>
            <a:ext cx="5303520" cy="45720"/>
          </a:xfrm>
          <a:prstGeom prst="rect">
            <a:avLst/>
          </a:prstGeom>
          <a:solidFill>
            <a:srgbClr val="E8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>
                <a:solidFill>
                  <a:srgbClr val="112244"/>
                </a:solidFill>
              </a:rPr>
              <a:t>▸  Integrar base de datos (PostgreSQL / MongoDB)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112244"/>
                </a:solidFill>
              </a:rPr>
              <a:t>▸  Dashboard de métricas en tiempo real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112244"/>
                </a:solidFill>
              </a:rPr>
              <a:t>▸  Fine-tuning del modelo con datos propios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112244"/>
                </a:solidFill>
              </a:rPr>
              <a:t>▸  Sistema de roles y autenticación de moderadores</a:t>
            </a:r>
          </a:p>
          <a:p>
            <a:pPr algn="l">
              <a:lnSpc>
                <a:spcPct val="145000"/>
              </a:lnSpc>
            </a:pPr>
            <a:r>
              <a:rPr sz="1500">
                <a:solidFill>
                  <a:srgbClr val="112244"/>
                </a:solidFill>
              </a:rPr>
              <a:t>▸  Despliegue en Azure Container Apps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49240"/>
            <a:ext cx="11247120" cy="685800"/>
          </a:xfrm>
          <a:prstGeom prst="rect">
            <a:avLst/>
          </a:prstGeom>
          <a:solidFill>
            <a:srgbClr val="E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2B5C"/>
                </a:solidFill>
              </a:rPr>
              <a:t>ModerApp demuestra que la IA puede automatizar la moderación de contenido de forma escalable, explicable y segura.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ModerApp  |  NTT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367</Words>
  <Application>Microsoft Office PowerPoint</Application>
  <PresentationFormat>Personalizado</PresentationFormat>
  <Paragraphs>61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sevas rodriguez</cp:lastModifiedBy>
  <cp:revision>2</cp:revision>
  <dcterms:created xsi:type="dcterms:W3CDTF">2013-01-27T09:14:16Z</dcterms:created>
  <dcterms:modified xsi:type="dcterms:W3CDTF">2026-04-12T10:26:28Z</dcterms:modified>
  <cp:category/>
</cp:coreProperties>
</file>